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oto Serif Ethiopic Condensed" charset="1" panose="02020502060505020204"/>
      <p:regular r:id="rId15"/>
    </p:embeddedFon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290325" y="-269040"/>
            <a:ext cx="9460854" cy="9893703"/>
          </a:xfrm>
          <a:custGeom>
            <a:avLst/>
            <a:gdLst/>
            <a:ahLst/>
            <a:cxnLst/>
            <a:rect r="r" b="b" t="t" l="l"/>
            <a:pathLst>
              <a:path h="9893703" w="9460854">
                <a:moveTo>
                  <a:pt x="0" y="0"/>
                </a:moveTo>
                <a:lnTo>
                  <a:pt x="9460854" y="0"/>
                </a:lnTo>
                <a:lnTo>
                  <a:pt x="9460854" y="9893703"/>
                </a:lnTo>
                <a:lnTo>
                  <a:pt x="0" y="989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106744" y="5382141"/>
            <a:ext cx="7942429" cy="8305808"/>
          </a:xfrm>
          <a:custGeom>
            <a:avLst/>
            <a:gdLst/>
            <a:ahLst/>
            <a:cxnLst/>
            <a:rect r="r" b="b" t="t" l="l"/>
            <a:pathLst>
              <a:path h="8305808" w="7942429">
                <a:moveTo>
                  <a:pt x="7942428" y="0"/>
                </a:moveTo>
                <a:lnTo>
                  <a:pt x="0" y="0"/>
                </a:lnTo>
                <a:lnTo>
                  <a:pt x="0" y="8305807"/>
                </a:lnTo>
                <a:lnTo>
                  <a:pt x="7942428" y="8305807"/>
                </a:lnTo>
                <a:lnTo>
                  <a:pt x="794242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70529" y="3564895"/>
            <a:ext cx="10298149" cy="3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5"/>
              </a:lnSpc>
            </a:pPr>
            <a:r>
              <a:rPr lang="en-US" sz="5665" spc="-169">
                <a:solidFill>
                  <a:srgbClr val="EEB7F5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Phishing Atta</a:t>
            </a:r>
            <a:r>
              <a:rPr lang="en-US" sz="5665" spc="-169">
                <a:solidFill>
                  <a:srgbClr val="EEB7F5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cks: Real Examples &amp; Prevention</a:t>
            </a:r>
          </a:p>
          <a:p>
            <a:pPr algn="l">
              <a:lnSpc>
                <a:spcPts val="5665"/>
              </a:lnSpc>
            </a:pPr>
          </a:p>
          <a:p>
            <a:pPr algn="l">
              <a:lnSpc>
                <a:spcPts val="4965"/>
              </a:lnSpc>
            </a:pPr>
          </a:p>
          <a:p>
            <a:pPr algn="ctr">
              <a:lnSpc>
                <a:spcPts val="3765"/>
              </a:lnSpc>
            </a:pPr>
            <a:r>
              <a:rPr lang="en-US" sz="3765" spc="-112">
                <a:solidFill>
                  <a:srgbClr val="EEB7F5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Cyber Security Internship – CodeAlpha</a:t>
            </a:r>
          </a:p>
          <a:p>
            <a:pPr algn="ctr">
              <a:lnSpc>
                <a:spcPts val="3765"/>
              </a:lnSpc>
            </a:pPr>
            <a:r>
              <a:rPr lang="en-US" sz="3765" spc="-112">
                <a:solidFill>
                  <a:srgbClr val="EEB7F5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Yash Tambe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419694" y="457789"/>
            <a:ext cx="2330624" cy="741796"/>
            <a:chOff x="0" y="0"/>
            <a:chExt cx="1276854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6854" cy="406400"/>
            </a:xfrm>
            <a:custGeom>
              <a:avLst/>
              <a:gdLst/>
              <a:ahLst/>
              <a:cxnLst/>
              <a:rect r="r" b="b" t="t" l="l"/>
              <a:pathLst>
                <a:path h="406400" w="1276854">
                  <a:moveTo>
                    <a:pt x="1073654" y="0"/>
                  </a:moveTo>
                  <a:cubicBezTo>
                    <a:pt x="1185878" y="0"/>
                    <a:pt x="1276854" y="90976"/>
                    <a:pt x="1276854" y="203200"/>
                  </a:cubicBezTo>
                  <a:cubicBezTo>
                    <a:pt x="1276854" y="315424"/>
                    <a:pt x="1185878" y="406400"/>
                    <a:pt x="10736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B54B3">
                <a:alpha val="6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7685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5469177" y="1992485"/>
            <a:ext cx="983489" cy="2596757"/>
          </a:xfrm>
          <a:custGeom>
            <a:avLst/>
            <a:gdLst/>
            <a:ahLst/>
            <a:cxnLst/>
            <a:rect r="r" b="b" t="t" l="l"/>
            <a:pathLst>
              <a:path h="2596757" w="983489">
                <a:moveTo>
                  <a:pt x="0" y="0"/>
                </a:moveTo>
                <a:lnTo>
                  <a:pt x="983489" y="0"/>
                </a:lnTo>
                <a:lnTo>
                  <a:pt x="983489" y="2596756"/>
                </a:lnTo>
                <a:lnTo>
                  <a:pt x="0" y="2596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8806" y="2745299"/>
            <a:ext cx="8671607" cy="191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sz="7400" spc="-222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Why Phishing is Dangerous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6001" y="5032256"/>
            <a:ext cx="9487436" cy="3999707"/>
            <a:chOff x="0" y="0"/>
            <a:chExt cx="3308723" cy="13948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723" cy="1394889"/>
            </a:xfrm>
            <a:custGeom>
              <a:avLst/>
              <a:gdLst/>
              <a:ahLst/>
              <a:cxnLst/>
              <a:rect r="r" b="b" t="t" l="l"/>
              <a:pathLst>
                <a:path h="1394889" w="3308723">
                  <a:moveTo>
                    <a:pt x="40801" y="0"/>
                  </a:moveTo>
                  <a:lnTo>
                    <a:pt x="3267922" y="0"/>
                  </a:lnTo>
                  <a:cubicBezTo>
                    <a:pt x="3290456" y="0"/>
                    <a:pt x="3308723" y="18267"/>
                    <a:pt x="3308723" y="40801"/>
                  </a:cubicBezTo>
                  <a:lnTo>
                    <a:pt x="3308723" y="1354088"/>
                  </a:lnTo>
                  <a:cubicBezTo>
                    <a:pt x="3308723" y="1376622"/>
                    <a:pt x="3290456" y="1394889"/>
                    <a:pt x="3267922" y="1394889"/>
                  </a:cubicBezTo>
                  <a:lnTo>
                    <a:pt x="40801" y="1394889"/>
                  </a:lnTo>
                  <a:cubicBezTo>
                    <a:pt x="18267" y="1394889"/>
                    <a:pt x="0" y="1376622"/>
                    <a:pt x="0" y="1354088"/>
                  </a:cubicBezTo>
                  <a:lnTo>
                    <a:pt x="0" y="40801"/>
                  </a:lnTo>
                  <a:cubicBezTo>
                    <a:pt x="0" y="18267"/>
                    <a:pt x="18267" y="0"/>
                    <a:pt x="40801" y="0"/>
                  </a:cubicBezTo>
                  <a:close/>
                </a:path>
              </a:pathLst>
            </a:custGeom>
            <a:solidFill>
              <a:srgbClr val="7B54B3">
                <a:alpha val="6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308723" cy="1452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9566957" y="657802"/>
            <a:ext cx="10132484" cy="9267001"/>
          </a:xfrm>
          <a:custGeom>
            <a:avLst/>
            <a:gdLst/>
            <a:ahLst/>
            <a:cxnLst/>
            <a:rect r="r" b="b" t="t" l="l"/>
            <a:pathLst>
              <a:path h="9267001" w="10132484">
                <a:moveTo>
                  <a:pt x="10132484" y="0"/>
                </a:moveTo>
                <a:lnTo>
                  <a:pt x="0" y="0"/>
                </a:lnTo>
                <a:lnTo>
                  <a:pt x="0" y="9267001"/>
                </a:lnTo>
                <a:lnTo>
                  <a:pt x="10132484" y="9267001"/>
                </a:lnTo>
                <a:lnTo>
                  <a:pt x="1013248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4896" y="5318006"/>
            <a:ext cx="8855411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Phishing is one of the most common 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cyber attacks.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Can steal money and personal data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Targets individuals and organizations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Easy to execute but hard to detect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5400000">
            <a:off x="7353877" y="437338"/>
            <a:ext cx="983489" cy="2596757"/>
          </a:xfrm>
          <a:custGeom>
            <a:avLst/>
            <a:gdLst/>
            <a:ahLst/>
            <a:cxnLst/>
            <a:rect r="r" b="b" t="t" l="l"/>
            <a:pathLst>
              <a:path h="2596757" w="983489">
                <a:moveTo>
                  <a:pt x="0" y="0"/>
                </a:moveTo>
                <a:lnTo>
                  <a:pt x="983489" y="0"/>
                </a:lnTo>
                <a:lnTo>
                  <a:pt x="983489" y="2596757"/>
                </a:lnTo>
                <a:lnTo>
                  <a:pt x="0" y="2596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4998377">
            <a:off x="12151368" y="717672"/>
            <a:ext cx="8314371" cy="8419616"/>
          </a:xfrm>
          <a:custGeom>
            <a:avLst/>
            <a:gdLst/>
            <a:ahLst/>
            <a:cxnLst/>
            <a:rect r="r" b="b" t="t" l="l"/>
            <a:pathLst>
              <a:path h="8419616" w="8314371">
                <a:moveTo>
                  <a:pt x="0" y="8419617"/>
                </a:moveTo>
                <a:lnTo>
                  <a:pt x="8314371" y="8419617"/>
                </a:lnTo>
                <a:lnTo>
                  <a:pt x="8314371" y="0"/>
                </a:lnTo>
                <a:lnTo>
                  <a:pt x="0" y="0"/>
                </a:lnTo>
                <a:lnTo>
                  <a:pt x="0" y="841961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88355" y="5051306"/>
            <a:ext cx="14270945" cy="3999707"/>
            <a:chOff x="0" y="0"/>
            <a:chExt cx="4976961" cy="13948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76961" cy="1394889"/>
            </a:xfrm>
            <a:custGeom>
              <a:avLst/>
              <a:gdLst/>
              <a:ahLst/>
              <a:cxnLst/>
              <a:rect r="r" b="b" t="t" l="l"/>
              <a:pathLst>
                <a:path h="1394889" w="4976961">
                  <a:moveTo>
                    <a:pt x="27125" y="0"/>
                  </a:moveTo>
                  <a:lnTo>
                    <a:pt x="4949837" y="0"/>
                  </a:lnTo>
                  <a:cubicBezTo>
                    <a:pt x="4957030" y="0"/>
                    <a:pt x="4963930" y="2858"/>
                    <a:pt x="4969017" y="7945"/>
                  </a:cubicBezTo>
                  <a:cubicBezTo>
                    <a:pt x="4974103" y="13032"/>
                    <a:pt x="4976961" y="19931"/>
                    <a:pt x="4976961" y="27125"/>
                  </a:cubicBezTo>
                  <a:lnTo>
                    <a:pt x="4976961" y="1367764"/>
                  </a:lnTo>
                  <a:cubicBezTo>
                    <a:pt x="4976961" y="1374958"/>
                    <a:pt x="4974103" y="1381858"/>
                    <a:pt x="4969017" y="1386944"/>
                  </a:cubicBezTo>
                  <a:cubicBezTo>
                    <a:pt x="4963930" y="1392031"/>
                    <a:pt x="4957030" y="1394889"/>
                    <a:pt x="4949837" y="1394889"/>
                  </a:cubicBezTo>
                  <a:lnTo>
                    <a:pt x="27125" y="1394889"/>
                  </a:lnTo>
                  <a:cubicBezTo>
                    <a:pt x="19931" y="1394889"/>
                    <a:pt x="13032" y="1392031"/>
                    <a:pt x="7945" y="1386944"/>
                  </a:cubicBezTo>
                  <a:cubicBezTo>
                    <a:pt x="2858" y="1381858"/>
                    <a:pt x="0" y="1374958"/>
                    <a:pt x="0" y="1367764"/>
                  </a:cubicBezTo>
                  <a:lnTo>
                    <a:pt x="0" y="27125"/>
                  </a:lnTo>
                  <a:cubicBezTo>
                    <a:pt x="0" y="19931"/>
                    <a:pt x="2858" y="13032"/>
                    <a:pt x="7945" y="7945"/>
                  </a:cubicBezTo>
                  <a:cubicBezTo>
                    <a:pt x="13032" y="2858"/>
                    <a:pt x="19931" y="0"/>
                    <a:pt x="27125" y="0"/>
                  </a:cubicBezTo>
                  <a:close/>
                </a:path>
              </a:pathLst>
            </a:custGeom>
            <a:solidFill>
              <a:srgbClr val="7B54B3">
                <a:alpha val="6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976961" cy="1452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16001" y="544090"/>
            <a:ext cx="587612" cy="569193"/>
          </a:xfrm>
          <a:custGeom>
            <a:avLst/>
            <a:gdLst/>
            <a:ahLst/>
            <a:cxnLst/>
            <a:rect r="r" b="b" t="t" l="l"/>
            <a:pathLst>
              <a:path h="569193" w="587612">
                <a:moveTo>
                  <a:pt x="0" y="0"/>
                </a:moveTo>
                <a:lnTo>
                  <a:pt x="587612" y="0"/>
                </a:lnTo>
                <a:lnTo>
                  <a:pt x="587612" y="569193"/>
                </a:lnTo>
                <a:lnTo>
                  <a:pt x="0" y="569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2449506" y="22053"/>
            <a:ext cx="983489" cy="2596757"/>
          </a:xfrm>
          <a:custGeom>
            <a:avLst/>
            <a:gdLst/>
            <a:ahLst/>
            <a:cxnLst/>
            <a:rect r="r" b="b" t="t" l="l"/>
            <a:pathLst>
              <a:path h="2596757" w="983489">
                <a:moveTo>
                  <a:pt x="0" y="0"/>
                </a:moveTo>
                <a:lnTo>
                  <a:pt x="983489" y="0"/>
                </a:lnTo>
                <a:lnTo>
                  <a:pt x="983489" y="2596757"/>
                </a:lnTo>
                <a:lnTo>
                  <a:pt x="0" y="25967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62041" y="5230672"/>
            <a:ext cx="6157655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YOU </a:t>
            </a:r>
            <a:r>
              <a:rPr lang="en-US" b="true" sz="2400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RECEIVE AN EMAIL: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"YOUR BANK ACCOUNT IS LOCKED. CLICK HERE TO UNLOCK."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YOU PANIC AND CLICK THE LINK.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RESULT: YOUR LOGIN DETAILS GET STOLEN.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-1305260">
            <a:off x="-5915811" y="1365118"/>
            <a:ext cx="9393891" cy="9512801"/>
          </a:xfrm>
          <a:custGeom>
            <a:avLst/>
            <a:gdLst/>
            <a:ahLst/>
            <a:cxnLst/>
            <a:rect r="r" b="b" t="t" l="l"/>
            <a:pathLst>
              <a:path h="9512801" w="9393891">
                <a:moveTo>
                  <a:pt x="9393891" y="9512802"/>
                </a:moveTo>
                <a:lnTo>
                  <a:pt x="0" y="9512802"/>
                </a:lnTo>
                <a:lnTo>
                  <a:pt x="0" y="0"/>
                </a:lnTo>
                <a:lnTo>
                  <a:pt x="9393891" y="0"/>
                </a:lnTo>
                <a:lnTo>
                  <a:pt x="9393891" y="9512802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19695" y="5461666"/>
            <a:ext cx="7161817" cy="2963202"/>
          </a:xfrm>
          <a:custGeom>
            <a:avLst/>
            <a:gdLst/>
            <a:ahLst/>
            <a:cxnLst/>
            <a:rect r="r" b="b" t="t" l="l"/>
            <a:pathLst>
              <a:path h="2963202" w="7161817">
                <a:moveTo>
                  <a:pt x="0" y="0"/>
                </a:moveTo>
                <a:lnTo>
                  <a:pt x="7161818" y="0"/>
                </a:lnTo>
                <a:lnTo>
                  <a:pt x="7161818" y="2963202"/>
                </a:lnTo>
                <a:lnTo>
                  <a:pt x="0" y="29632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62041" y="3245993"/>
            <a:ext cx="8671607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 spc="-263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Real-Life Scenario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08185" y="1918075"/>
            <a:ext cx="6542133" cy="7340225"/>
            <a:chOff x="0" y="0"/>
            <a:chExt cx="2281555" cy="25598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1555" cy="2559888"/>
            </a:xfrm>
            <a:custGeom>
              <a:avLst/>
              <a:gdLst/>
              <a:ahLst/>
              <a:cxnLst/>
              <a:rect r="r" b="b" t="t" l="l"/>
              <a:pathLst>
                <a:path h="2559888" w="2281555">
                  <a:moveTo>
                    <a:pt x="59170" y="0"/>
                  </a:moveTo>
                  <a:lnTo>
                    <a:pt x="2222385" y="0"/>
                  </a:lnTo>
                  <a:cubicBezTo>
                    <a:pt x="2238078" y="0"/>
                    <a:pt x="2253128" y="6234"/>
                    <a:pt x="2264224" y="17330"/>
                  </a:cubicBezTo>
                  <a:cubicBezTo>
                    <a:pt x="2275321" y="28427"/>
                    <a:pt x="2281555" y="43477"/>
                    <a:pt x="2281555" y="59170"/>
                  </a:cubicBezTo>
                  <a:lnTo>
                    <a:pt x="2281555" y="2500718"/>
                  </a:lnTo>
                  <a:cubicBezTo>
                    <a:pt x="2281555" y="2516411"/>
                    <a:pt x="2275321" y="2531461"/>
                    <a:pt x="2264224" y="2542557"/>
                  </a:cubicBezTo>
                  <a:cubicBezTo>
                    <a:pt x="2253128" y="2553654"/>
                    <a:pt x="2238078" y="2559888"/>
                    <a:pt x="2222385" y="2559888"/>
                  </a:cubicBezTo>
                  <a:lnTo>
                    <a:pt x="59170" y="2559888"/>
                  </a:lnTo>
                  <a:cubicBezTo>
                    <a:pt x="43477" y="2559888"/>
                    <a:pt x="28427" y="2553654"/>
                    <a:pt x="17330" y="2542557"/>
                  </a:cubicBezTo>
                  <a:cubicBezTo>
                    <a:pt x="6234" y="2531461"/>
                    <a:pt x="0" y="2516411"/>
                    <a:pt x="0" y="2500718"/>
                  </a:cubicBezTo>
                  <a:lnTo>
                    <a:pt x="0" y="59170"/>
                  </a:lnTo>
                  <a:cubicBezTo>
                    <a:pt x="0" y="43477"/>
                    <a:pt x="6234" y="28427"/>
                    <a:pt x="17330" y="17330"/>
                  </a:cubicBezTo>
                  <a:cubicBezTo>
                    <a:pt x="28427" y="6234"/>
                    <a:pt x="43477" y="0"/>
                    <a:pt x="59170" y="0"/>
                  </a:cubicBezTo>
                  <a:close/>
                </a:path>
              </a:pathLst>
            </a:custGeom>
            <a:solidFill>
              <a:srgbClr val="7B54B3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281555" cy="2617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41795">
            <a:off x="6834945" y="2086033"/>
            <a:ext cx="7233883" cy="7699033"/>
          </a:xfrm>
          <a:custGeom>
            <a:avLst/>
            <a:gdLst/>
            <a:ahLst/>
            <a:cxnLst/>
            <a:rect r="r" b="b" t="t" l="l"/>
            <a:pathLst>
              <a:path h="7699033" w="7233883">
                <a:moveTo>
                  <a:pt x="0" y="0"/>
                </a:moveTo>
                <a:lnTo>
                  <a:pt x="7233883" y="0"/>
                </a:lnTo>
                <a:lnTo>
                  <a:pt x="7233883" y="7699033"/>
                </a:lnTo>
                <a:lnTo>
                  <a:pt x="0" y="7699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16001" y="4556620"/>
            <a:ext cx="6542133" cy="4701680"/>
            <a:chOff x="0" y="0"/>
            <a:chExt cx="2281555" cy="16397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1555" cy="1639701"/>
            </a:xfrm>
            <a:custGeom>
              <a:avLst/>
              <a:gdLst/>
              <a:ahLst/>
              <a:cxnLst/>
              <a:rect r="r" b="b" t="t" l="l"/>
              <a:pathLst>
                <a:path h="1639701" w="2281555">
                  <a:moveTo>
                    <a:pt x="59170" y="0"/>
                  </a:moveTo>
                  <a:lnTo>
                    <a:pt x="2222385" y="0"/>
                  </a:lnTo>
                  <a:cubicBezTo>
                    <a:pt x="2238078" y="0"/>
                    <a:pt x="2253128" y="6234"/>
                    <a:pt x="2264224" y="17330"/>
                  </a:cubicBezTo>
                  <a:cubicBezTo>
                    <a:pt x="2275321" y="28427"/>
                    <a:pt x="2281555" y="43477"/>
                    <a:pt x="2281555" y="59170"/>
                  </a:cubicBezTo>
                  <a:lnTo>
                    <a:pt x="2281555" y="1580531"/>
                  </a:lnTo>
                  <a:cubicBezTo>
                    <a:pt x="2281555" y="1596224"/>
                    <a:pt x="2275321" y="1611274"/>
                    <a:pt x="2264224" y="1622370"/>
                  </a:cubicBezTo>
                  <a:cubicBezTo>
                    <a:pt x="2253128" y="1633467"/>
                    <a:pt x="2238078" y="1639701"/>
                    <a:pt x="2222385" y="1639701"/>
                  </a:cubicBezTo>
                  <a:lnTo>
                    <a:pt x="59170" y="1639701"/>
                  </a:lnTo>
                  <a:cubicBezTo>
                    <a:pt x="43477" y="1639701"/>
                    <a:pt x="28427" y="1633467"/>
                    <a:pt x="17330" y="1622370"/>
                  </a:cubicBezTo>
                  <a:cubicBezTo>
                    <a:pt x="6234" y="1611274"/>
                    <a:pt x="0" y="1596224"/>
                    <a:pt x="0" y="1580531"/>
                  </a:cubicBezTo>
                  <a:lnTo>
                    <a:pt x="0" y="59170"/>
                  </a:lnTo>
                  <a:cubicBezTo>
                    <a:pt x="0" y="43477"/>
                    <a:pt x="6234" y="28427"/>
                    <a:pt x="17330" y="17330"/>
                  </a:cubicBezTo>
                  <a:cubicBezTo>
                    <a:pt x="28427" y="6234"/>
                    <a:pt x="43477" y="0"/>
                    <a:pt x="59170" y="0"/>
                  </a:cubicBezTo>
                  <a:close/>
                </a:path>
              </a:pathLst>
            </a:custGeom>
            <a:solidFill>
              <a:srgbClr val="7B54B3">
                <a:alpha val="6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81555" cy="1696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2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9027587" y="437338"/>
            <a:ext cx="983489" cy="2596757"/>
          </a:xfrm>
          <a:custGeom>
            <a:avLst/>
            <a:gdLst/>
            <a:ahLst/>
            <a:cxnLst/>
            <a:rect r="r" b="b" t="t" l="l"/>
            <a:pathLst>
              <a:path h="2596757" w="983489">
                <a:moveTo>
                  <a:pt x="0" y="0"/>
                </a:moveTo>
                <a:lnTo>
                  <a:pt x="983490" y="0"/>
                </a:lnTo>
                <a:lnTo>
                  <a:pt x="983490" y="2596757"/>
                </a:lnTo>
                <a:lnTo>
                  <a:pt x="0" y="2596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14355" y="3686688"/>
            <a:ext cx="4144945" cy="4114800"/>
          </a:xfrm>
          <a:custGeom>
            <a:avLst/>
            <a:gdLst/>
            <a:ahLst/>
            <a:cxnLst/>
            <a:rect r="r" b="b" t="t" l="l"/>
            <a:pathLst>
              <a:path h="4114800" w="4144945">
                <a:moveTo>
                  <a:pt x="0" y="0"/>
                </a:moveTo>
                <a:lnTo>
                  <a:pt x="4144945" y="0"/>
                </a:lnTo>
                <a:lnTo>
                  <a:pt x="41449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16001" y="2070612"/>
            <a:ext cx="7373229" cy="177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204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Anatomy of a Phishing Attack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985315"/>
            <a:ext cx="5281099" cy="377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Fake message sent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User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clicks link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Fake website opens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User enters details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Attacker steals data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09358" y="3911587"/>
            <a:ext cx="8649942" cy="5346713"/>
            <a:chOff x="0" y="0"/>
            <a:chExt cx="3016649" cy="18646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6649" cy="1864655"/>
            </a:xfrm>
            <a:custGeom>
              <a:avLst/>
              <a:gdLst/>
              <a:ahLst/>
              <a:cxnLst/>
              <a:rect r="r" b="b" t="t" l="l"/>
              <a:pathLst>
                <a:path h="1864655" w="3016649">
                  <a:moveTo>
                    <a:pt x="44751" y="0"/>
                  </a:moveTo>
                  <a:lnTo>
                    <a:pt x="2971897" y="0"/>
                  </a:lnTo>
                  <a:cubicBezTo>
                    <a:pt x="2983766" y="0"/>
                    <a:pt x="2995149" y="4715"/>
                    <a:pt x="3003541" y="13107"/>
                  </a:cubicBezTo>
                  <a:cubicBezTo>
                    <a:pt x="3011934" y="21500"/>
                    <a:pt x="3016649" y="32883"/>
                    <a:pt x="3016649" y="44751"/>
                  </a:cubicBezTo>
                  <a:lnTo>
                    <a:pt x="3016649" y="1819903"/>
                  </a:lnTo>
                  <a:cubicBezTo>
                    <a:pt x="3016649" y="1831772"/>
                    <a:pt x="3011934" y="1843155"/>
                    <a:pt x="3003541" y="1851547"/>
                  </a:cubicBezTo>
                  <a:cubicBezTo>
                    <a:pt x="2995149" y="1859940"/>
                    <a:pt x="2983766" y="1864655"/>
                    <a:pt x="2971897" y="1864655"/>
                  </a:cubicBezTo>
                  <a:lnTo>
                    <a:pt x="44751" y="1864655"/>
                  </a:lnTo>
                  <a:cubicBezTo>
                    <a:pt x="32883" y="1864655"/>
                    <a:pt x="21500" y="1859940"/>
                    <a:pt x="13107" y="1851547"/>
                  </a:cubicBezTo>
                  <a:cubicBezTo>
                    <a:pt x="4715" y="1843155"/>
                    <a:pt x="0" y="1831772"/>
                    <a:pt x="0" y="1819903"/>
                  </a:cubicBezTo>
                  <a:lnTo>
                    <a:pt x="0" y="44751"/>
                  </a:lnTo>
                  <a:cubicBezTo>
                    <a:pt x="0" y="32883"/>
                    <a:pt x="4715" y="21500"/>
                    <a:pt x="13107" y="13107"/>
                  </a:cubicBezTo>
                  <a:cubicBezTo>
                    <a:pt x="21500" y="4715"/>
                    <a:pt x="32883" y="0"/>
                    <a:pt x="44751" y="0"/>
                  </a:cubicBezTo>
                  <a:close/>
                </a:path>
              </a:pathLst>
            </a:custGeom>
            <a:solidFill>
              <a:srgbClr val="7B54B3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016649" cy="1921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957553" y="457789"/>
            <a:ext cx="9958678" cy="10795315"/>
          </a:xfrm>
          <a:custGeom>
            <a:avLst/>
            <a:gdLst/>
            <a:ahLst/>
            <a:cxnLst/>
            <a:rect r="r" b="b" t="t" l="l"/>
            <a:pathLst>
              <a:path h="10795315" w="9958678">
                <a:moveTo>
                  <a:pt x="0" y="0"/>
                </a:moveTo>
                <a:lnTo>
                  <a:pt x="9958678" y="0"/>
                </a:lnTo>
                <a:lnTo>
                  <a:pt x="9958678" y="10795315"/>
                </a:lnTo>
                <a:lnTo>
                  <a:pt x="0" y="10795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0" y="2114893"/>
            <a:ext cx="8115300" cy="102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spc="-231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Suspicious Signs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400000">
            <a:off x="16129334" y="8118291"/>
            <a:ext cx="983489" cy="2596757"/>
          </a:xfrm>
          <a:custGeom>
            <a:avLst/>
            <a:gdLst/>
            <a:ahLst/>
            <a:cxnLst/>
            <a:rect r="r" b="b" t="t" l="l"/>
            <a:pathLst>
              <a:path h="2596757" w="983489">
                <a:moveTo>
                  <a:pt x="0" y="0"/>
                </a:moveTo>
                <a:lnTo>
                  <a:pt x="983489" y="0"/>
                </a:lnTo>
                <a:lnTo>
                  <a:pt x="983489" y="2596757"/>
                </a:lnTo>
                <a:lnTo>
                  <a:pt x="0" y="2596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44145" y="4679620"/>
            <a:ext cx="6523030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• URGENT MESSAGES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• UNKNOWN SENDER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• F</a:t>
            </a:r>
            <a:r>
              <a:rPr lang="en-US" b="true" sz="2400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AKE LINKS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• POOR GRAMMAR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813304"/>
            <a:ext cx="9278162" cy="4321171"/>
            <a:chOff x="0" y="0"/>
            <a:chExt cx="3235739" cy="15069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35739" cy="1506999"/>
            </a:xfrm>
            <a:custGeom>
              <a:avLst/>
              <a:gdLst/>
              <a:ahLst/>
              <a:cxnLst/>
              <a:rect r="r" b="b" t="t" l="l"/>
              <a:pathLst>
                <a:path h="1506999" w="3235739">
                  <a:moveTo>
                    <a:pt x="41721" y="0"/>
                  </a:moveTo>
                  <a:lnTo>
                    <a:pt x="3194017" y="0"/>
                  </a:lnTo>
                  <a:cubicBezTo>
                    <a:pt x="3217059" y="0"/>
                    <a:pt x="3235739" y="18679"/>
                    <a:pt x="3235739" y="41721"/>
                  </a:cubicBezTo>
                  <a:lnTo>
                    <a:pt x="3235739" y="1465278"/>
                  </a:lnTo>
                  <a:cubicBezTo>
                    <a:pt x="3235739" y="1488320"/>
                    <a:pt x="3217059" y="1506999"/>
                    <a:pt x="3194017" y="1506999"/>
                  </a:cubicBezTo>
                  <a:lnTo>
                    <a:pt x="41721" y="1506999"/>
                  </a:lnTo>
                  <a:cubicBezTo>
                    <a:pt x="18679" y="1506999"/>
                    <a:pt x="0" y="1488320"/>
                    <a:pt x="0" y="1465278"/>
                  </a:cubicBezTo>
                  <a:lnTo>
                    <a:pt x="0" y="41721"/>
                  </a:lnTo>
                  <a:cubicBezTo>
                    <a:pt x="0" y="18679"/>
                    <a:pt x="18679" y="0"/>
                    <a:pt x="41721" y="0"/>
                  </a:cubicBezTo>
                  <a:close/>
                </a:path>
              </a:pathLst>
            </a:custGeom>
            <a:solidFill>
              <a:srgbClr val="7B54B3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235739" cy="1564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062140" y="1650616"/>
            <a:ext cx="5491992" cy="167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spc="-195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Fake Website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32725" y="5821630"/>
            <a:ext cx="7078063" cy="199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0"/>
              </a:lnSpc>
            </a:pPr>
            <a:r>
              <a:rPr lang="en-US" b="true" sz="2617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ORIGINAL: AMAZON.COM</a:t>
            </a:r>
          </a:p>
          <a:p>
            <a:pPr algn="ctr">
              <a:lnSpc>
                <a:spcPts val="3140"/>
              </a:lnSpc>
            </a:pPr>
          </a:p>
          <a:p>
            <a:pPr algn="ctr">
              <a:lnSpc>
                <a:spcPts val="3140"/>
              </a:lnSpc>
            </a:pPr>
            <a:r>
              <a:rPr lang="en-US" b="true" sz="2617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FAKE: AMAZ0N-LOGIN.COM</a:t>
            </a:r>
          </a:p>
          <a:p>
            <a:pPr algn="ctr">
              <a:lnSpc>
                <a:spcPts val="3140"/>
              </a:lnSpc>
            </a:pPr>
          </a:p>
          <a:p>
            <a:pPr algn="ctr">
              <a:lnSpc>
                <a:spcPts val="3140"/>
              </a:lnSpc>
            </a:pPr>
            <a:r>
              <a:rPr lang="en-US" b="true" sz="2617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SMALL CH</a:t>
            </a:r>
            <a:r>
              <a:rPr lang="en-US" b="true" sz="2617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ANGES CAN TRICK USERS EASILY.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400000">
            <a:off x="1101942" y="8118291"/>
            <a:ext cx="983489" cy="2596757"/>
          </a:xfrm>
          <a:custGeom>
            <a:avLst/>
            <a:gdLst/>
            <a:ahLst/>
            <a:cxnLst/>
            <a:rect r="r" b="b" t="t" l="l"/>
            <a:pathLst>
              <a:path h="2596757" w="983489">
                <a:moveTo>
                  <a:pt x="0" y="0"/>
                </a:moveTo>
                <a:lnTo>
                  <a:pt x="983489" y="0"/>
                </a:lnTo>
                <a:lnTo>
                  <a:pt x="983489" y="2596757"/>
                </a:lnTo>
                <a:lnTo>
                  <a:pt x="0" y="2596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6001" y="5143500"/>
            <a:ext cx="10575659" cy="3888462"/>
            <a:chOff x="0" y="0"/>
            <a:chExt cx="3688238" cy="13560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8238" cy="1356093"/>
            </a:xfrm>
            <a:custGeom>
              <a:avLst/>
              <a:gdLst/>
              <a:ahLst/>
              <a:cxnLst/>
              <a:rect r="r" b="b" t="t" l="l"/>
              <a:pathLst>
                <a:path h="1356093" w="3688238">
                  <a:moveTo>
                    <a:pt x="36603" y="0"/>
                  </a:moveTo>
                  <a:lnTo>
                    <a:pt x="3651636" y="0"/>
                  </a:lnTo>
                  <a:cubicBezTo>
                    <a:pt x="3661343" y="0"/>
                    <a:pt x="3670653" y="3856"/>
                    <a:pt x="3677517" y="10721"/>
                  </a:cubicBezTo>
                  <a:cubicBezTo>
                    <a:pt x="3684382" y="17585"/>
                    <a:pt x="3688238" y="26895"/>
                    <a:pt x="3688238" y="36603"/>
                  </a:cubicBezTo>
                  <a:lnTo>
                    <a:pt x="3688238" y="1319490"/>
                  </a:lnTo>
                  <a:cubicBezTo>
                    <a:pt x="3688238" y="1339705"/>
                    <a:pt x="3671851" y="1356093"/>
                    <a:pt x="3651636" y="1356093"/>
                  </a:cubicBezTo>
                  <a:lnTo>
                    <a:pt x="36603" y="1356093"/>
                  </a:lnTo>
                  <a:cubicBezTo>
                    <a:pt x="26895" y="1356093"/>
                    <a:pt x="17585" y="1352236"/>
                    <a:pt x="10721" y="1345372"/>
                  </a:cubicBezTo>
                  <a:cubicBezTo>
                    <a:pt x="3856" y="1338508"/>
                    <a:pt x="0" y="1329198"/>
                    <a:pt x="0" y="1319490"/>
                  </a:cubicBezTo>
                  <a:lnTo>
                    <a:pt x="0" y="36603"/>
                  </a:lnTo>
                  <a:cubicBezTo>
                    <a:pt x="0" y="26895"/>
                    <a:pt x="3856" y="17585"/>
                    <a:pt x="10721" y="10721"/>
                  </a:cubicBezTo>
                  <a:cubicBezTo>
                    <a:pt x="17585" y="3856"/>
                    <a:pt x="26895" y="0"/>
                    <a:pt x="36603" y="0"/>
                  </a:cubicBezTo>
                  <a:close/>
                </a:path>
              </a:pathLst>
            </a:custGeom>
            <a:solidFill>
              <a:srgbClr val="7B54B3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688238" cy="1413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5400000">
            <a:off x="7819909" y="22053"/>
            <a:ext cx="983489" cy="2596757"/>
          </a:xfrm>
          <a:custGeom>
            <a:avLst/>
            <a:gdLst/>
            <a:ahLst/>
            <a:cxnLst/>
            <a:rect r="r" b="b" t="t" l="l"/>
            <a:pathLst>
              <a:path h="2596757" w="983489">
                <a:moveTo>
                  <a:pt x="0" y="0"/>
                </a:moveTo>
                <a:lnTo>
                  <a:pt x="983489" y="0"/>
                </a:lnTo>
                <a:lnTo>
                  <a:pt x="983489" y="2596757"/>
                </a:lnTo>
                <a:lnTo>
                  <a:pt x="0" y="2596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0594778" y="828687"/>
            <a:ext cx="9517362" cy="9227876"/>
          </a:xfrm>
          <a:custGeom>
            <a:avLst/>
            <a:gdLst/>
            <a:ahLst/>
            <a:cxnLst/>
            <a:rect r="r" b="b" t="t" l="l"/>
            <a:pathLst>
              <a:path h="9227876" w="9517362">
                <a:moveTo>
                  <a:pt x="9517363" y="9227876"/>
                </a:moveTo>
                <a:lnTo>
                  <a:pt x="0" y="9227876"/>
                </a:lnTo>
                <a:lnTo>
                  <a:pt x="0" y="0"/>
                </a:lnTo>
                <a:lnTo>
                  <a:pt x="9517363" y="0"/>
                </a:lnTo>
                <a:lnTo>
                  <a:pt x="9517363" y="9227876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88812" y="2182705"/>
            <a:ext cx="9705966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 spc="-263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Prevention Tips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613" y="5375950"/>
            <a:ext cx="9705966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Nev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 click unknown links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Check URL carefully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Use 2FA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Don’t share OTP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7763">
            <a:off x="-340887" y="278017"/>
            <a:ext cx="9447393" cy="10023759"/>
          </a:xfrm>
          <a:custGeom>
            <a:avLst/>
            <a:gdLst/>
            <a:ahLst/>
            <a:cxnLst/>
            <a:rect r="r" b="b" t="t" l="l"/>
            <a:pathLst>
              <a:path h="10023759" w="9447393">
                <a:moveTo>
                  <a:pt x="0" y="0"/>
                </a:moveTo>
                <a:lnTo>
                  <a:pt x="9447393" y="0"/>
                </a:lnTo>
                <a:lnTo>
                  <a:pt x="9447393" y="10023759"/>
                </a:lnTo>
                <a:lnTo>
                  <a:pt x="0" y="100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937776" y="5289897"/>
            <a:ext cx="6240910" cy="3968403"/>
            <a:chOff x="0" y="0"/>
            <a:chExt cx="2176504" cy="13839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504" cy="1383972"/>
            </a:xfrm>
            <a:custGeom>
              <a:avLst/>
              <a:gdLst/>
              <a:ahLst/>
              <a:cxnLst/>
              <a:rect r="r" b="b" t="t" l="l"/>
              <a:pathLst>
                <a:path h="1383972" w="2176504">
                  <a:moveTo>
                    <a:pt x="62026" y="0"/>
                  </a:moveTo>
                  <a:lnTo>
                    <a:pt x="2114478" y="0"/>
                  </a:lnTo>
                  <a:cubicBezTo>
                    <a:pt x="2148734" y="0"/>
                    <a:pt x="2176504" y="27770"/>
                    <a:pt x="2176504" y="62026"/>
                  </a:cubicBezTo>
                  <a:lnTo>
                    <a:pt x="2176504" y="1321946"/>
                  </a:lnTo>
                  <a:cubicBezTo>
                    <a:pt x="2176504" y="1356202"/>
                    <a:pt x="2148734" y="1383972"/>
                    <a:pt x="2114478" y="1383972"/>
                  </a:cubicBezTo>
                  <a:lnTo>
                    <a:pt x="62026" y="1383972"/>
                  </a:lnTo>
                  <a:cubicBezTo>
                    <a:pt x="27770" y="1383972"/>
                    <a:pt x="0" y="1356202"/>
                    <a:pt x="0" y="1321946"/>
                  </a:cubicBezTo>
                  <a:lnTo>
                    <a:pt x="0" y="62026"/>
                  </a:lnTo>
                  <a:cubicBezTo>
                    <a:pt x="0" y="27770"/>
                    <a:pt x="27770" y="0"/>
                    <a:pt x="62026" y="0"/>
                  </a:cubicBezTo>
                  <a:close/>
                </a:path>
              </a:pathLst>
            </a:custGeom>
            <a:solidFill>
              <a:srgbClr val="7B54B3">
                <a:alpha val="8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76504" cy="1441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400000">
            <a:off x="11638435" y="192938"/>
            <a:ext cx="983489" cy="2596757"/>
          </a:xfrm>
          <a:custGeom>
            <a:avLst/>
            <a:gdLst/>
            <a:ahLst/>
            <a:cxnLst/>
            <a:rect r="r" b="b" t="t" l="l"/>
            <a:pathLst>
              <a:path h="2596757" w="983489">
                <a:moveTo>
                  <a:pt x="0" y="0"/>
                </a:moveTo>
                <a:lnTo>
                  <a:pt x="983489" y="0"/>
                </a:lnTo>
                <a:lnTo>
                  <a:pt x="983489" y="2596757"/>
                </a:lnTo>
                <a:lnTo>
                  <a:pt x="0" y="2596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421075" y="5289897"/>
            <a:ext cx="6838225" cy="3968403"/>
            <a:chOff x="0" y="0"/>
            <a:chExt cx="2384816" cy="13839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4816" cy="1383972"/>
            </a:xfrm>
            <a:custGeom>
              <a:avLst/>
              <a:gdLst/>
              <a:ahLst/>
              <a:cxnLst/>
              <a:rect r="r" b="b" t="t" l="l"/>
              <a:pathLst>
                <a:path h="1383972" w="2384816">
                  <a:moveTo>
                    <a:pt x="56608" y="0"/>
                  </a:moveTo>
                  <a:lnTo>
                    <a:pt x="2328208" y="0"/>
                  </a:lnTo>
                  <a:cubicBezTo>
                    <a:pt x="2343222" y="0"/>
                    <a:pt x="2357620" y="5964"/>
                    <a:pt x="2368236" y="16580"/>
                  </a:cubicBezTo>
                  <a:cubicBezTo>
                    <a:pt x="2378852" y="27196"/>
                    <a:pt x="2384816" y="41594"/>
                    <a:pt x="2384816" y="56608"/>
                  </a:cubicBezTo>
                  <a:lnTo>
                    <a:pt x="2384816" y="1327364"/>
                  </a:lnTo>
                  <a:cubicBezTo>
                    <a:pt x="2384816" y="1342378"/>
                    <a:pt x="2378852" y="1356776"/>
                    <a:pt x="2368236" y="1367392"/>
                  </a:cubicBezTo>
                  <a:cubicBezTo>
                    <a:pt x="2357620" y="1378008"/>
                    <a:pt x="2343222" y="1383972"/>
                    <a:pt x="2328208" y="1383972"/>
                  </a:cubicBezTo>
                  <a:lnTo>
                    <a:pt x="56608" y="1383972"/>
                  </a:lnTo>
                  <a:cubicBezTo>
                    <a:pt x="41594" y="1383972"/>
                    <a:pt x="27196" y="1378008"/>
                    <a:pt x="16580" y="1367392"/>
                  </a:cubicBezTo>
                  <a:cubicBezTo>
                    <a:pt x="5964" y="1356776"/>
                    <a:pt x="0" y="1342378"/>
                    <a:pt x="0" y="1327364"/>
                  </a:cubicBezTo>
                  <a:lnTo>
                    <a:pt x="0" y="56608"/>
                  </a:lnTo>
                  <a:cubicBezTo>
                    <a:pt x="0" y="41594"/>
                    <a:pt x="5964" y="27196"/>
                    <a:pt x="16580" y="16580"/>
                  </a:cubicBezTo>
                  <a:cubicBezTo>
                    <a:pt x="27196" y="5964"/>
                    <a:pt x="41594" y="0"/>
                    <a:pt x="56608" y="0"/>
                  </a:cubicBezTo>
                  <a:close/>
                </a:path>
              </a:pathLst>
            </a:custGeom>
            <a:solidFill>
              <a:srgbClr val="7B54B3">
                <a:alpha val="6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384816" cy="1441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2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886071" y="3362671"/>
            <a:ext cx="737322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-240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Do’s and Don’ts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38999" y="5756774"/>
            <a:ext cx="5327175" cy="242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6"/>
              </a:lnSpc>
            </a:pPr>
            <a:r>
              <a:rPr lang="en-US" sz="2761" b="true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✔ DO VERIFY SENDER</a:t>
            </a:r>
          </a:p>
          <a:p>
            <a:pPr algn="l">
              <a:lnSpc>
                <a:spcPts val="3866"/>
              </a:lnSpc>
            </a:pPr>
          </a:p>
          <a:p>
            <a:pPr algn="l">
              <a:lnSpc>
                <a:spcPts val="3866"/>
              </a:lnSpc>
            </a:pPr>
            <a:r>
              <a:rPr lang="en-US" sz="2761" b="true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✔ DO THINK BEFO</a:t>
            </a:r>
            <a:r>
              <a:rPr lang="en-US" b="true" sz="2761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RE CLICKING</a:t>
            </a:r>
          </a:p>
          <a:p>
            <a:pPr algn="l">
              <a:lnSpc>
                <a:spcPts val="3866"/>
              </a:lnSpc>
            </a:pPr>
          </a:p>
          <a:p>
            <a:pPr algn="l">
              <a:lnSpc>
                <a:spcPts val="386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037698" y="5766299"/>
            <a:ext cx="5604980" cy="253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7"/>
              </a:lnSpc>
            </a:pPr>
            <a:r>
              <a:rPr lang="en-US" sz="2905" b="true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❌ DON’T TR</a:t>
            </a:r>
            <a:r>
              <a:rPr lang="en-US" b="true" sz="2905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UST UNKNOWN EMAILS</a:t>
            </a:r>
          </a:p>
          <a:p>
            <a:pPr algn="l">
              <a:lnSpc>
                <a:spcPts val="4067"/>
              </a:lnSpc>
            </a:pPr>
            <a:r>
              <a:rPr lang="en-US" b="true" sz="2905">
                <a:solidFill>
                  <a:srgbClr val="EEB7F5"/>
                </a:solidFill>
                <a:latin typeface="Poppins Bold"/>
                <a:ea typeface="Poppins Bold"/>
                <a:cs typeface="Poppins Bold"/>
                <a:sym typeface="Poppins Bold"/>
              </a:rPr>
              <a:t>❌ DON’T SHARE SENSITIVE INFO</a:t>
            </a:r>
          </a:p>
          <a:p>
            <a:pPr algn="l">
              <a:lnSpc>
                <a:spcPts val="406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00282" y="5258593"/>
            <a:ext cx="9487436" cy="3999707"/>
            <a:chOff x="0" y="0"/>
            <a:chExt cx="3308723" cy="13948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08723" cy="1394889"/>
            </a:xfrm>
            <a:custGeom>
              <a:avLst/>
              <a:gdLst/>
              <a:ahLst/>
              <a:cxnLst/>
              <a:rect r="r" b="b" t="t" l="l"/>
              <a:pathLst>
                <a:path h="1394889" w="3308723">
                  <a:moveTo>
                    <a:pt x="40801" y="0"/>
                  </a:moveTo>
                  <a:lnTo>
                    <a:pt x="3267922" y="0"/>
                  </a:lnTo>
                  <a:cubicBezTo>
                    <a:pt x="3290456" y="0"/>
                    <a:pt x="3308723" y="18267"/>
                    <a:pt x="3308723" y="40801"/>
                  </a:cubicBezTo>
                  <a:lnTo>
                    <a:pt x="3308723" y="1354088"/>
                  </a:lnTo>
                  <a:cubicBezTo>
                    <a:pt x="3308723" y="1376622"/>
                    <a:pt x="3290456" y="1394889"/>
                    <a:pt x="3267922" y="1394889"/>
                  </a:cubicBezTo>
                  <a:lnTo>
                    <a:pt x="40801" y="1394889"/>
                  </a:lnTo>
                  <a:cubicBezTo>
                    <a:pt x="18267" y="1394889"/>
                    <a:pt x="0" y="1376622"/>
                    <a:pt x="0" y="1354088"/>
                  </a:cubicBezTo>
                  <a:lnTo>
                    <a:pt x="0" y="40801"/>
                  </a:lnTo>
                  <a:cubicBezTo>
                    <a:pt x="0" y="18267"/>
                    <a:pt x="18267" y="0"/>
                    <a:pt x="40801" y="0"/>
                  </a:cubicBezTo>
                  <a:close/>
                </a:path>
              </a:pathLst>
            </a:custGeom>
            <a:solidFill>
              <a:srgbClr val="7B54B3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08723" cy="1452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019713" y="674767"/>
            <a:ext cx="7017604" cy="8229600"/>
          </a:xfrm>
          <a:custGeom>
            <a:avLst/>
            <a:gdLst/>
            <a:ahLst/>
            <a:cxnLst/>
            <a:rect r="r" b="b" t="t" l="l"/>
            <a:pathLst>
              <a:path h="8229600" w="7017604">
                <a:moveTo>
                  <a:pt x="0" y="0"/>
                </a:moveTo>
                <a:lnTo>
                  <a:pt x="7017604" y="0"/>
                </a:lnTo>
                <a:lnTo>
                  <a:pt x="701760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7358662" y="1006069"/>
            <a:ext cx="983489" cy="2596757"/>
          </a:xfrm>
          <a:custGeom>
            <a:avLst/>
            <a:gdLst/>
            <a:ahLst/>
            <a:cxnLst/>
            <a:rect r="r" b="b" t="t" l="l"/>
            <a:pathLst>
              <a:path h="2596757" w="983489">
                <a:moveTo>
                  <a:pt x="0" y="0"/>
                </a:moveTo>
                <a:lnTo>
                  <a:pt x="983489" y="0"/>
                </a:lnTo>
                <a:lnTo>
                  <a:pt x="983489" y="2596756"/>
                </a:lnTo>
                <a:lnTo>
                  <a:pt x="0" y="2596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12981" y="4092099"/>
            <a:ext cx="8671607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 spc="-263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12981" y="5945294"/>
            <a:ext cx="9960084" cy="142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</a:t>
            </a: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ishing attacks rely on human mistakes.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Stay alert. Stay informed. Stay secure.</a:t>
            </a:r>
          </a:p>
        </p:txBody>
      </p:sp>
      <p:sp>
        <p:nvSpPr>
          <p:cNvPr name="Freeform 10" id="10"/>
          <p:cNvSpPr/>
          <p:nvPr/>
        </p:nvSpPr>
        <p:spPr>
          <a:xfrm flipH="false" flipV="true" rot="0">
            <a:off x="-1881561" y="1497727"/>
            <a:ext cx="7017604" cy="8229600"/>
          </a:xfrm>
          <a:custGeom>
            <a:avLst/>
            <a:gdLst/>
            <a:ahLst/>
            <a:cxnLst/>
            <a:rect r="r" b="b" t="t" l="l"/>
            <a:pathLst>
              <a:path h="8229600" w="7017604">
                <a:moveTo>
                  <a:pt x="0" y="8229600"/>
                </a:moveTo>
                <a:lnTo>
                  <a:pt x="7017604" y="8229600"/>
                </a:lnTo>
                <a:lnTo>
                  <a:pt x="7017604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DAHIgzMc1p0</dc:identifier>
  <dcterms:modified xsi:type="dcterms:W3CDTF">2011-08-01T06:04:30Z</dcterms:modified>
  <cp:revision>1</cp:revision>
  <dc:title>Phishing Attacks: Real Examples &amp; Prevention Cyber Security Internship </dc:title>
</cp:coreProperties>
</file>